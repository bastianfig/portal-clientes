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0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6600FF"/>
    <a:srgbClr val="60C4F0"/>
    <a:srgbClr val="FF3399"/>
    <a:srgbClr val="F38EBD"/>
    <a:srgbClr val="FBD7D9"/>
    <a:srgbClr val="FBEE7B"/>
    <a:srgbClr val="FDF6B2"/>
    <a:srgbClr val="A3D163"/>
    <a:srgbClr val="95D6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74" autoAdjust="0"/>
  </p:normalViewPr>
  <p:slideViewPr>
    <p:cSldViewPr snapToGrid="0">
      <p:cViewPr varScale="1">
        <p:scale>
          <a:sx n="71" d="100"/>
          <a:sy n="71" d="100"/>
        </p:scale>
        <p:origin x="4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91795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8387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0064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79621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21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14951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772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51296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2787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28206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89721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47C42-2B5A-4D41-B4EF-FEBD3AA24C84}" type="datetimeFigureOut">
              <a:rPr lang="es-AR" smtClean="0"/>
              <a:t>26/02/2022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E3E193-674A-4BB9-8D4F-F0AF6C71EC5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92687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465629" y="508475"/>
            <a:ext cx="2520000" cy="2520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Rectángulo redondeado 7"/>
          <p:cNvSpPr/>
          <p:nvPr/>
        </p:nvSpPr>
        <p:spPr>
          <a:xfrm>
            <a:off x="580248" y="1864286"/>
            <a:ext cx="2290762" cy="1081553"/>
          </a:xfrm>
          <a:prstGeom prst="round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9" name="Grupo 8"/>
          <p:cNvGrpSpPr/>
          <p:nvPr/>
        </p:nvGrpSpPr>
        <p:grpSpPr>
          <a:xfrm>
            <a:off x="477061" y="573939"/>
            <a:ext cx="2340567" cy="1340586"/>
            <a:chOff x="477061" y="573939"/>
            <a:chExt cx="2340567" cy="1340586"/>
          </a:xfrm>
        </p:grpSpPr>
        <p:pic>
          <p:nvPicPr>
            <p:cNvPr id="63" name="Imagen 62">
              <a:extLst>
                <a:ext uri="{FF2B5EF4-FFF2-40B4-BE49-F238E27FC236}">
                  <a16:creationId xmlns:a16="http://schemas.microsoft.com/office/drawing/2014/main" id="{4FCC7B3E-F89D-48B1-B598-8C02B2EA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7061" y="573939"/>
              <a:ext cx="1421884" cy="1338732"/>
            </a:xfrm>
            <a:prstGeom prst="rect">
              <a:avLst/>
            </a:prstGeom>
            <a:effectLst/>
          </p:spPr>
        </p:pic>
        <p:pic>
          <p:nvPicPr>
            <p:cNvPr id="62" name="Imagen 61">
              <a:extLst>
                <a:ext uri="{FF2B5EF4-FFF2-40B4-BE49-F238E27FC236}">
                  <a16:creationId xmlns:a16="http://schemas.microsoft.com/office/drawing/2014/main" id="{4FCC7B3E-F89D-48B1-B598-8C02B2EA0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27845" y="590183"/>
              <a:ext cx="1189783" cy="1324342"/>
            </a:xfrm>
            <a:prstGeom prst="rect">
              <a:avLst/>
            </a:prstGeom>
            <a:effectLst/>
          </p:spPr>
        </p:pic>
      </p:grpSp>
      <p:sp>
        <p:nvSpPr>
          <p:cNvPr id="25" name="47 CuadroTexto"/>
          <p:cNvSpPr txBox="1">
            <a:spLocks noChangeArrowheads="1"/>
          </p:cNvSpPr>
          <p:nvPr/>
        </p:nvSpPr>
        <p:spPr bwMode="auto">
          <a:xfrm>
            <a:off x="460438" y="1914525"/>
            <a:ext cx="2447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es-AR" sz="1800" dirty="0" smtClean="0">
                <a:latin typeface="Ferro Rosso" pitchFamily="2" charset="0"/>
              </a:rPr>
              <a:t>LEO </a:t>
            </a:r>
            <a:r>
              <a:rPr lang="es-MX" altLang="es-AR" sz="1800" dirty="0" err="1" smtClean="0">
                <a:latin typeface="Ferro Rosso" pitchFamily="2" charset="0"/>
              </a:rPr>
              <a:t>flener</a:t>
            </a:r>
            <a:endParaRPr lang="es-MX" altLang="es-AR" sz="1800" dirty="0">
              <a:latin typeface="Ferro Rosso" pitchFamily="2" charset="0"/>
            </a:endParaRPr>
          </a:p>
        </p:txBody>
      </p:sp>
      <p:sp>
        <p:nvSpPr>
          <p:cNvPr id="33" name="48 CuadroTexto"/>
          <p:cNvSpPr txBox="1">
            <a:spLocks noChangeArrowheads="1"/>
          </p:cNvSpPr>
          <p:nvPr/>
        </p:nvSpPr>
        <p:spPr bwMode="auto">
          <a:xfrm>
            <a:off x="1221597" y="2284413"/>
            <a:ext cx="1008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es-AR" sz="1400" dirty="0">
                <a:solidFill>
                  <a:srgbClr val="FF0000"/>
                </a:solidFill>
                <a:latin typeface="Hobo Std" panose="020B0803040709020204" pitchFamily="34" charset="0"/>
              </a:rPr>
              <a:t>Maternal </a:t>
            </a:r>
          </a:p>
        </p:txBody>
      </p:sp>
      <p:sp>
        <p:nvSpPr>
          <p:cNvPr id="34" name="49 CuadroTexto"/>
          <p:cNvSpPr txBox="1">
            <a:spLocks noChangeArrowheads="1"/>
          </p:cNvSpPr>
          <p:nvPr/>
        </p:nvSpPr>
        <p:spPr bwMode="auto">
          <a:xfrm>
            <a:off x="681847" y="2499752"/>
            <a:ext cx="2087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es-AR" sz="2000" dirty="0" smtClean="0">
                <a:latin typeface="Brady Bunch" panose="020B0600020202020204" pitchFamily="34" charset="0"/>
              </a:rPr>
              <a:t>Matemáticas</a:t>
            </a:r>
            <a:endParaRPr lang="es-MX" altLang="es-AR" sz="2000" dirty="0">
              <a:latin typeface="Brady Bunch" panose="020B0600020202020204" pitchFamily="34" charset="0"/>
            </a:endParaRPr>
          </a:p>
        </p:txBody>
      </p:sp>
      <p:grpSp>
        <p:nvGrpSpPr>
          <p:cNvPr id="11" name="Grupo 10"/>
          <p:cNvGrpSpPr/>
          <p:nvPr/>
        </p:nvGrpSpPr>
        <p:grpSpPr>
          <a:xfrm>
            <a:off x="429659" y="4245409"/>
            <a:ext cx="3600000" cy="1800000"/>
            <a:chOff x="2691855" y="2279364"/>
            <a:chExt cx="3600000" cy="1800000"/>
          </a:xfrm>
        </p:grpSpPr>
        <p:sp>
          <p:nvSpPr>
            <p:cNvPr id="10" name="Rectángulo 9"/>
            <p:cNvSpPr/>
            <p:nvPr/>
          </p:nvSpPr>
          <p:spPr>
            <a:xfrm>
              <a:off x="2691855" y="2279364"/>
              <a:ext cx="3600000" cy="1800000"/>
            </a:xfrm>
            <a:prstGeom prst="rect">
              <a:avLst/>
            </a:prstGeom>
            <a:blipFill>
              <a:blip r:embed="rId2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4" name="Rectángulo redondeado 63"/>
            <p:cNvSpPr/>
            <p:nvPr/>
          </p:nvSpPr>
          <p:spPr>
            <a:xfrm>
              <a:off x="3850255" y="2433676"/>
              <a:ext cx="2290762" cy="1491376"/>
            </a:xfrm>
            <a:prstGeom prst="roundRect">
              <a:avLst/>
            </a:prstGeom>
            <a:solidFill>
              <a:schemeClr val="bg1">
                <a:alpha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65" name="47 CuadroTexto"/>
          <p:cNvSpPr txBox="1">
            <a:spLocks noChangeArrowheads="1"/>
          </p:cNvSpPr>
          <p:nvPr/>
        </p:nvSpPr>
        <p:spPr bwMode="auto">
          <a:xfrm>
            <a:off x="1720687" y="4614896"/>
            <a:ext cx="2447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es-AR" sz="1800" dirty="0" smtClean="0">
                <a:latin typeface="Ferro Rosso" pitchFamily="2" charset="0"/>
              </a:rPr>
              <a:t>LEO </a:t>
            </a:r>
            <a:r>
              <a:rPr lang="es-MX" altLang="es-AR" sz="1800" dirty="0" err="1" smtClean="0">
                <a:latin typeface="Ferro Rosso" pitchFamily="2" charset="0"/>
              </a:rPr>
              <a:t>flener</a:t>
            </a:r>
            <a:endParaRPr lang="es-MX" altLang="es-AR" sz="1800" dirty="0">
              <a:latin typeface="Ferro Rosso" pitchFamily="2" charset="0"/>
            </a:endParaRPr>
          </a:p>
        </p:txBody>
      </p:sp>
      <p:sp>
        <p:nvSpPr>
          <p:cNvPr id="66" name="48 CuadroTexto"/>
          <p:cNvSpPr txBox="1">
            <a:spLocks noChangeArrowheads="1"/>
          </p:cNvSpPr>
          <p:nvPr/>
        </p:nvSpPr>
        <p:spPr bwMode="auto">
          <a:xfrm>
            <a:off x="2481846" y="4984784"/>
            <a:ext cx="100806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es-AR" sz="1400" dirty="0">
                <a:solidFill>
                  <a:srgbClr val="FF0000"/>
                </a:solidFill>
                <a:latin typeface="Hobo Std" panose="020B0803040709020204" pitchFamily="34" charset="0"/>
              </a:rPr>
              <a:t>Maternal </a:t>
            </a:r>
          </a:p>
        </p:txBody>
      </p:sp>
      <p:sp>
        <p:nvSpPr>
          <p:cNvPr id="67" name="49 CuadroTexto"/>
          <p:cNvSpPr txBox="1">
            <a:spLocks noChangeArrowheads="1"/>
          </p:cNvSpPr>
          <p:nvPr/>
        </p:nvSpPr>
        <p:spPr bwMode="auto">
          <a:xfrm>
            <a:off x="1942096" y="5200123"/>
            <a:ext cx="20875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es-AR" sz="2000" dirty="0" smtClean="0">
                <a:latin typeface="Brady Bunch" panose="020B0600020202020204" pitchFamily="34" charset="0"/>
              </a:rPr>
              <a:t>Matemáticas</a:t>
            </a:r>
            <a:endParaRPr lang="es-MX" altLang="es-AR" sz="2000" dirty="0">
              <a:latin typeface="Brady Bunch" panose="020B0600020202020204" pitchFamily="34" charset="0"/>
            </a:endParaRPr>
          </a:p>
        </p:txBody>
      </p:sp>
      <p:pic>
        <p:nvPicPr>
          <p:cNvPr id="70" name="Imagen 69">
            <a:extLst>
              <a:ext uri="{FF2B5EF4-FFF2-40B4-BE49-F238E27FC236}">
                <a16:creationId xmlns:a16="http://schemas.microsoft.com/office/drawing/2014/main" id="{4FCC7B3E-F89D-48B1-B598-8C02B2EA0A74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9" y="4287743"/>
            <a:ext cx="1494609" cy="1663642"/>
          </a:xfrm>
          <a:prstGeom prst="rect">
            <a:avLst/>
          </a:prstGeom>
          <a:effectLst/>
        </p:spPr>
      </p:pic>
      <p:sp>
        <p:nvSpPr>
          <p:cNvPr id="12" name="Rectángulo 11"/>
          <p:cNvSpPr/>
          <p:nvPr/>
        </p:nvSpPr>
        <p:spPr>
          <a:xfrm>
            <a:off x="3730228" y="539215"/>
            <a:ext cx="2160000" cy="540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1" name="Rectángulo redondeado 70"/>
          <p:cNvSpPr/>
          <p:nvPr/>
        </p:nvSpPr>
        <p:spPr>
          <a:xfrm>
            <a:off x="3998752" y="620895"/>
            <a:ext cx="1821260" cy="376639"/>
          </a:xfrm>
          <a:prstGeom prst="roundRect">
            <a:avLst/>
          </a:prstGeom>
          <a:solidFill>
            <a:schemeClr val="bg1"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72" name="Imagen 71">
            <a:extLst>
              <a:ext uri="{FF2B5EF4-FFF2-40B4-BE49-F238E27FC236}">
                <a16:creationId xmlns:a16="http://schemas.microsoft.com/office/drawing/2014/main" id="{4FCC7B3E-F89D-48B1-B598-8C02B2EA0A7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2647" y="560832"/>
            <a:ext cx="432210" cy="481091"/>
          </a:xfrm>
          <a:prstGeom prst="rect">
            <a:avLst/>
          </a:prstGeom>
          <a:effectLst/>
        </p:spPr>
      </p:pic>
      <p:sp>
        <p:nvSpPr>
          <p:cNvPr id="60" name="52 CuadroTexto"/>
          <p:cNvSpPr txBox="1">
            <a:spLocks noChangeArrowheads="1"/>
          </p:cNvSpPr>
          <p:nvPr/>
        </p:nvSpPr>
        <p:spPr bwMode="auto">
          <a:xfrm>
            <a:off x="4308696" y="689757"/>
            <a:ext cx="126831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6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31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10175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s-MX" altLang="es-AR" sz="1400" dirty="0" smtClean="0">
                <a:latin typeface="Ferro Rosso" pitchFamily="2" charset="0"/>
              </a:rPr>
              <a:t>Leo </a:t>
            </a:r>
            <a:r>
              <a:rPr lang="es-MX" altLang="es-AR" sz="1400" dirty="0" err="1" smtClean="0">
                <a:latin typeface="Ferro Rosso" pitchFamily="2" charset="0"/>
              </a:rPr>
              <a:t>flener</a:t>
            </a:r>
            <a:endParaRPr lang="es-MX" altLang="es-AR" sz="1400" dirty="0">
              <a:latin typeface="Ferro Rosso" pitchFamily="2" charset="0"/>
            </a:endParaRPr>
          </a:p>
        </p:txBody>
      </p:sp>
      <p:pic>
        <p:nvPicPr>
          <p:cNvPr id="73" name="Imagen 7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981" y="1487035"/>
            <a:ext cx="3821762" cy="4660121"/>
          </a:xfrm>
          <a:prstGeom prst="rect">
            <a:avLst/>
          </a:prstGeom>
          <a:effectLst>
            <a:glow rad="101600">
              <a:schemeClr val="bg1">
                <a:lumMod val="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715776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6325</TotalTime>
  <Words>10</Words>
  <Application>Microsoft Office PowerPoint</Application>
  <PresentationFormat>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8" baseType="lpstr">
      <vt:lpstr>Arial</vt:lpstr>
      <vt:lpstr>Brady Bunch</vt:lpstr>
      <vt:lpstr>Calibri</vt:lpstr>
      <vt:lpstr>Calibri Light</vt:lpstr>
      <vt:lpstr>Ferro Rosso</vt:lpstr>
      <vt:lpstr>Hobo Std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Kits imprimibles Ana creA</dc:title>
  <dc:subject>kits imprimibles Ana creA</dc:subject>
  <dc:creator>Ana creA</dc:creator>
  <cp:keywords>Ana creA</cp:keywords>
  <cp:lastModifiedBy>FICONTROL</cp:lastModifiedBy>
  <cp:revision>255</cp:revision>
  <dcterms:created xsi:type="dcterms:W3CDTF">2020-05-14T22:32:24Z</dcterms:created>
  <dcterms:modified xsi:type="dcterms:W3CDTF">2022-02-26T20:29:38Z</dcterms:modified>
</cp:coreProperties>
</file>