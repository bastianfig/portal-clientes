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94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</p:sldIdLst>
  <p:sldSz cx="6858000" cy="9144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9F81"/>
    <a:srgbClr val="EFD539"/>
    <a:srgbClr val="BDDCFF"/>
    <a:srgbClr val="61BFFF"/>
    <a:srgbClr val="4FE0E7"/>
    <a:srgbClr val="66FFCC"/>
    <a:srgbClr val="CC00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26" autoAdjust="0"/>
    <p:restoredTop sz="94660"/>
  </p:normalViewPr>
  <p:slideViewPr>
    <p:cSldViewPr>
      <p:cViewPr varScale="1">
        <p:scale>
          <a:sx n="57" d="100"/>
          <a:sy n="57" d="100"/>
        </p:scale>
        <p:origin x="2310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26/02/2022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26/02/2022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26/02/2022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26/02/2022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26/02/2022</a:t>
            </a:fld>
            <a:endParaRPr lang="es-E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26/02/2022</a:t>
            </a:fld>
            <a:endParaRPr lang="es-E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26/02/2022</a:t>
            </a:fld>
            <a:endParaRPr lang="es-E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26/02/2022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26/02/2022</a:t>
            </a:fld>
            <a:endParaRPr lang="es-E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26/02/2022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26/02/2022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t>26/02/2022</a:t>
            </a:fld>
            <a:endParaRPr lang="es-E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agrama de flujo: conector fuera de página 1">
            <a:extLst>
              <a:ext uri="{FF2B5EF4-FFF2-40B4-BE49-F238E27FC236}">
                <a16:creationId xmlns:a16="http://schemas.microsoft.com/office/drawing/2014/main" id="{6F71C382-CE5D-4E5C-B8A4-89E06C6F5CE2}"/>
              </a:ext>
            </a:extLst>
          </p:cNvPr>
          <p:cNvSpPr/>
          <p:nvPr/>
        </p:nvSpPr>
        <p:spPr>
          <a:xfrm>
            <a:off x="692696" y="971763"/>
            <a:ext cx="5400000" cy="720047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4924 w 10000"/>
              <a:gd name="connsiteY3" fmla="*/ 6625 h 8000"/>
              <a:gd name="connsiteX4" fmla="*/ 0 w 10000"/>
              <a:gd name="connsiteY4" fmla="*/ 8000 h 8000"/>
              <a:gd name="connsiteX5" fmla="*/ 0 w 10000"/>
              <a:gd name="connsiteY5" fmla="*/ 0 h 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8000">
                <a:moveTo>
                  <a:pt x="0" y="0"/>
                </a:moveTo>
                <a:lnTo>
                  <a:pt x="10000" y="0"/>
                </a:lnTo>
                <a:lnTo>
                  <a:pt x="10000" y="8000"/>
                </a:lnTo>
                <a:lnTo>
                  <a:pt x="4924" y="6625"/>
                </a:lnTo>
                <a:lnTo>
                  <a:pt x="0" y="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39000" t="-1000" r="-33000"/>
            </a:stretch>
          </a:blip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63"/>
          </a:p>
        </p:txBody>
      </p:sp>
      <p:sp>
        <p:nvSpPr>
          <p:cNvPr id="3" name="Trapecio 2"/>
          <p:cNvSpPr/>
          <p:nvPr/>
        </p:nvSpPr>
        <p:spPr>
          <a:xfrm>
            <a:off x="692696" y="356028"/>
            <a:ext cx="5400000" cy="615735"/>
          </a:xfrm>
          <a:prstGeom prst="trapezoid">
            <a:avLst>
              <a:gd name="adj" fmla="val 110518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8" name="Grupo 7"/>
          <p:cNvGrpSpPr/>
          <p:nvPr/>
        </p:nvGrpSpPr>
        <p:grpSpPr>
          <a:xfrm>
            <a:off x="692696" y="3491879"/>
            <a:ext cx="5184576" cy="3155597"/>
            <a:chOff x="1572720" y="2042599"/>
            <a:chExt cx="2908007" cy="1820677"/>
          </a:xfrm>
        </p:grpSpPr>
        <p:pic>
          <p:nvPicPr>
            <p:cNvPr id="9" name="Bonifiesta.com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906701">
              <a:off x="1572720" y="2367628"/>
              <a:ext cx="1383720" cy="1467472"/>
            </a:xfrm>
            <a:prstGeom prst="rect">
              <a:avLst/>
            </a:prstGeom>
          </p:spPr>
        </p:pic>
        <p:pic>
          <p:nvPicPr>
            <p:cNvPr id="10" name="Bonifiesta.com"/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23605" flipH="1">
              <a:off x="3188961" y="2310220"/>
              <a:ext cx="1291766" cy="1427860"/>
            </a:xfrm>
            <a:prstGeom prst="rect">
              <a:avLst/>
            </a:prstGeom>
          </p:spPr>
        </p:pic>
        <p:pic>
          <p:nvPicPr>
            <p:cNvPr id="11" name="Bonifiesta.com"/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215989">
              <a:off x="2329463" y="2042599"/>
              <a:ext cx="1340716" cy="1820677"/>
            </a:xfrm>
            <a:prstGeom prst="rect">
              <a:avLst/>
            </a:prstGeom>
          </p:spPr>
        </p:pic>
      </p:grpSp>
      <p:sp>
        <p:nvSpPr>
          <p:cNvPr id="12" name="Bonifiesta.com"/>
          <p:cNvSpPr txBox="1"/>
          <p:nvPr/>
        </p:nvSpPr>
        <p:spPr>
          <a:xfrm>
            <a:off x="2040876" y="1180044"/>
            <a:ext cx="27036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9600" dirty="0" smtClean="0">
                <a:ln w="28575">
                  <a:noFill/>
                </a:ln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latin typeface="BabyMonsta" panose="02000500000000000000" pitchFamily="50" charset="0"/>
              </a:rPr>
              <a:t>LEO</a:t>
            </a:r>
            <a:endParaRPr lang="es-PE" sz="9600" dirty="0">
              <a:ln w="28575">
                <a:noFill/>
              </a:ln>
              <a:solidFill>
                <a:schemeClr val="bg1"/>
              </a:solidFill>
              <a:effectLst>
                <a:glow rad="127000">
                  <a:schemeClr val="tx1"/>
                </a:glow>
              </a:effectLst>
              <a:latin typeface="BabyMonsta" panose="02000500000000000000" pitchFamily="50" charset="0"/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61266" y="8847333"/>
            <a:ext cx="66562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</a:rPr>
              <a:t>Somos Kits Imprimibles MRC Chile ficontrol6@gmail.com prohibida su reventa</a:t>
            </a:r>
            <a:endParaRPr lang="es-MX" sz="1400" dirty="0">
              <a:solidFill>
                <a:schemeClr val="tx1">
                  <a:lumMod val="65000"/>
                  <a:lumOff val="3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781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agrama de flujo: conector fuera de página 1">
            <a:extLst>
              <a:ext uri="{FF2B5EF4-FFF2-40B4-BE49-F238E27FC236}">
                <a16:creationId xmlns:a16="http://schemas.microsoft.com/office/drawing/2014/main" id="{6F71C382-CE5D-4E5C-B8A4-89E06C6F5CE2}"/>
              </a:ext>
            </a:extLst>
          </p:cNvPr>
          <p:cNvSpPr/>
          <p:nvPr/>
        </p:nvSpPr>
        <p:spPr>
          <a:xfrm>
            <a:off x="692696" y="971763"/>
            <a:ext cx="5400000" cy="720047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4924 w 10000"/>
              <a:gd name="connsiteY3" fmla="*/ 6625 h 8000"/>
              <a:gd name="connsiteX4" fmla="*/ 0 w 10000"/>
              <a:gd name="connsiteY4" fmla="*/ 8000 h 8000"/>
              <a:gd name="connsiteX5" fmla="*/ 0 w 10000"/>
              <a:gd name="connsiteY5" fmla="*/ 0 h 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8000">
                <a:moveTo>
                  <a:pt x="0" y="0"/>
                </a:moveTo>
                <a:lnTo>
                  <a:pt x="10000" y="0"/>
                </a:lnTo>
                <a:lnTo>
                  <a:pt x="10000" y="8000"/>
                </a:lnTo>
                <a:lnTo>
                  <a:pt x="4924" y="6625"/>
                </a:lnTo>
                <a:lnTo>
                  <a:pt x="0" y="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39000" t="-1000" r="-33000"/>
            </a:stretch>
          </a:blip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63"/>
          </a:p>
        </p:txBody>
      </p:sp>
      <p:sp>
        <p:nvSpPr>
          <p:cNvPr id="3" name="Trapecio 2"/>
          <p:cNvSpPr/>
          <p:nvPr/>
        </p:nvSpPr>
        <p:spPr>
          <a:xfrm>
            <a:off x="692696" y="356028"/>
            <a:ext cx="5400000" cy="615735"/>
          </a:xfrm>
          <a:prstGeom prst="trapezoid">
            <a:avLst>
              <a:gd name="adj" fmla="val 110518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Elipse 3"/>
          <p:cNvSpPr/>
          <p:nvPr/>
        </p:nvSpPr>
        <p:spPr>
          <a:xfrm>
            <a:off x="1232696" y="1380156"/>
            <a:ext cx="4320000" cy="4320000"/>
          </a:xfrm>
          <a:prstGeom prst="ellipse">
            <a:avLst/>
          </a:prstGeom>
          <a:blipFill dpi="0" rotWithShape="1">
            <a:blip r:embed="rId3"/>
            <a:srcRect/>
            <a:stretch>
              <a:fillRect l="-115000" t="-79000" r="-142000"/>
            </a:stretch>
          </a:blipFill>
          <a:ln w="825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Bonifiesta.com"/>
          <p:cNvSpPr txBox="1"/>
          <p:nvPr/>
        </p:nvSpPr>
        <p:spPr>
          <a:xfrm>
            <a:off x="2157254" y="630617"/>
            <a:ext cx="2703639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35000" dirty="0" smtClean="0">
                <a:ln w="28575">
                  <a:noFill/>
                </a:ln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latin typeface="BabyMonsta" panose="02000500000000000000" pitchFamily="50" charset="0"/>
              </a:rPr>
              <a:t>F</a:t>
            </a:r>
            <a:endParaRPr lang="es-PE" sz="35000" dirty="0">
              <a:ln w="28575">
                <a:noFill/>
              </a:ln>
              <a:solidFill>
                <a:schemeClr val="bg1"/>
              </a:solidFill>
              <a:effectLst>
                <a:glow rad="127000">
                  <a:schemeClr val="tx1"/>
                </a:glow>
              </a:effectLst>
              <a:latin typeface="BabyMonsta" panose="02000500000000000000" pitchFamily="50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841" y="5364088"/>
            <a:ext cx="2603303" cy="1617898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61266" y="8847333"/>
            <a:ext cx="66562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</a:rPr>
              <a:t>Somos Kits Imprimibles MRC Chile ficontrol6@gmail.com prohibida su reventa</a:t>
            </a:r>
            <a:endParaRPr lang="es-MX" sz="1400" dirty="0">
              <a:solidFill>
                <a:schemeClr val="tx1">
                  <a:lumMod val="65000"/>
                  <a:lumOff val="3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437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agrama de flujo: conector fuera de página 1">
            <a:extLst>
              <a:ext uri="{FF2B5EF4-FFF2-40B4-BE49-F238E27FC236}">
                <a16:creationId xmlns:a16="http://schemas.microsoft.com/office/drawing/2014/main" id="{6F71C382-CE5D-4E5C-B8A4-89E06C6F5CE2}"/>
              </a:ext>
            </a:extLst>
          </p:cNvPr>
          <p:cNvSpPr/>
          <p:nvPr/>
        </p:nvSpPr>
        <p:spPr>
          <a:xfrm>
            <a:off x="692696" y="971763"/>
            <a:ext cx="5400000" cy="720047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4924 w 10000"/>
              <a:gd name="connsiteY3" fmla="*/ 6625 h 8000"/>
              <a:gd name="connsiteX4" fmla="*/ 0 w 10000"/>
              <a:gd name="connsiteY4" fmla="*/ 8000 h 8000"/>
              <a:gd name="connsiteX5" fmla="*/ 0 w 10000"/>
              <a:gd name="connsiteY5" fmla="*/ 0 h 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8000">
                <a:moveTo>
                  <a:pt x="0" y="0"/>
                </a:moveTo>
                <a:lnTo>
                  <a:pt x="10000" y="0"/>
                </a:lnTo>
                <a:lnTo>
                  <a:pt x="10000" y="8000"/>
                </a:lnTo>
                <a:lnTo>
                  <a:pt x="4924" y="6625"/>
                </a:lnTo>
                <a:lnTo>
                  <a:pt x="0" y="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39000" t="-1000" r="-33000"/>
            </a:stretch>
          </a:blip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63"/>
          </a:p>
        </p:txBody>
      </p:sp>
      <p:sp>
        <p:nvSpPr>
          <p:cNvPr id="3" name="Trapecio 2"/>
          <p:cNvSpPr/>
          <p:nvPr/>
        </p:nvSpPr>
        <p:spPr>
          <a:xfrm>
            <a:off x="692696" y="356028"/>
            <a:ext cx="5400000" cy="615735"/>
          </a:xfrm>
          <a:prstGeom prst="trapezoid">
            <a:avLst>
              <a:gd name="adj" fmla="val 110518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Elipse 3"/>
          <p:cNvSpPr/>
          <p:nvPr/>
        </p:nvSpPr>
        <p:spPr>
          <a:xfrm>
            <a:off x="1232696" y="1380156"/>
            <a:ext cx="4320000" cy="4320000"/>
          </a:xfrm>
          <a:prstGeom prst="ellipse">
            <a:avLst/>
          </a:prstGeom>
          <a:blipFill dpi="0" rotWithShape="1">
            <a:blip r:embed="rId3"/>
            <a:srcRect/>
            <a:stretch>
              <a:fillRect l="-115000" t="-79000" r="-142000"/>
            </a:stretch>
          </a:blipFill>
          <a:ln w="825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Bonifiesta.com"/>
          <p:cNvSpPr txBox="1"/>
          <p:nvPr/>
        </p:nvSpPr>
        <p:spPr>
          <a:xfrm>
            <a:off x="2157254" y="630617"/>
            <a:ext cx="2703639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35000" dirty="0">
                <a:ln w="28575">
                  <a:noFill/>
                </a:ln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latin typeface="BabyMonsta" panose="02000500000000000000" pitchFamily="50" charset="0"/>
              </a:rPr>
              <a:t>E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841" y="5364088"/>
            <a:ext cx="2603303" cy="1617898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61266" y="8847333"/>
            <a:ext cx="66562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</a:rPr>
              <a:t>Somos Kits Imprimibles MRC Chile ficontrol6@gmail.com prohibida su reventa</a:t>
            </a:r>
            <a:endParaRPr lang="es-MX" sz="1400" dirty="0">
              <a:solidFill>
                <a:schemeClr val="tx1">
                  <a:lumMod val="65000"/>
                  <a:lumOff val="3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688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agrama de flujo: conector fuera de página 1">
            <a:extLst>
              <a:ext uri="{FF2B5EF4-FFF2-40B4-BE49-F238E27FC236}">
                <a16:creationId xmlns:a16="http://schemas.microsoft.com/office/drawing/2014/main" id="{6F71C382-CE5D-4E5C-B8A4-89E06C6F5CE2}"/>
              </a:ext>
            </a:extLst>
          </p:cNvPr>
          <p:cNvSpPr/>
          <p:nvPr/>
        </p:nvSpPr>
        <p:spPr>
          <a:xfrm>
            <a:off x="692696" y="971763"/>
            <a:ext cx="5400000" cy="720047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4924 w 10000"/>
              <a:gd name="connsiteY3" fmla="*/ 6625 h 8000"/>
              <a:gd name="connsiteX4" fmla="*/ 0 w 10000"/>
              <a:gd name="connsiteY4" fmla="*/ 8000 h 8000"/>
              <a:gd name="connsiteX5" fmla="*/ 0 w 10000"/>
              <a:gd name="connsiteY5" fmla="*/ 0 h 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8000">
                <a:moveTo>
                  <a:pt x="0" y="0"/>
                </a:moveTo>
                <a:lnTo>
                  <a:pt x="10000" y="0"/>
                </a:lnTo>
                <a:lnTo>
                  <a:pt x="10000" y="8000"/>
                </a:lnTo>
                <a:lnTo>
                  <a:pt x="4924" y="6625"/>
                </a:lnTo>
                <a:lnTo>
                  <a:pt x="0" y="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39000" t="-1000" r="-33000"/>
            </a:stretch>
          </a:blip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63"/>
          </a:p>
        </p:txBody>
      </p:sp>
      <p:sp>
        <p:nvSpPr>
          <p:cNvPr id="3" name="Trapecio 2"/>
          <p:cNvSpPr/>
          <p:nvPr/>
        </p:nvSpPr>
        <p:spPr>
          <a:xfrm>
            <a:off x="692696" y="356028"/>
            <a:ext cx="5400000" cy="615735"/>
          </a:xfrm>
          <a:prstGeom prst="trapezoid">
            <a:avLst>
              <a:gd name="adj" fmla="val 110518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Elipse 3"/>
          <p:cNvSpPr/>
          <p:nvPr/>
        </p:nvSpPr>
        <p:spPr>
          <a:xfrm>
            <a:off x="1232696" y="1380156"/>
            <a:ext cx="4320000" cy="4320000"/>
          </a:xfrm>
          <a:prstGeom prst="ellipse">
            <a:avLst/>
          </a:prstGeom>
          <a:blipFill dpi="0" rotWithShape="1">
            <a:blip r:embed="rId3"/>
            <a:srcRect/>
            <a:stretch>
              <a:fillRect l="-115000" t="-79000" r="-142000"/>
            </a:stretch>
          </a:blipFill>
          <a:ln w="825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Bonifiesta.com"/>
          <p:cNvSpPr txBox="1"/>
          <p:nvPr/>
        </p:nvSpPr>
        <p:spPr>
          <a:xfrm>
            <a:off x="2157254" y="630617"/>
            <a:ext cx="2703639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35000" dirty="0" smtClean="0">
                <a:ln w="28575">
                  <a:noFill/>
                </a:ln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latin typeface="BabyMonsta" panose="02000500000000000000" pitchFamily="50" charset="0"/>
              </a:rPr>
              <a:t>L</a:t>
            </a:r>
            <a:endParaRPr lang="es-PE" sz="35000" dirty="0">
              <a:ln w="28575">
                <a:noFill/>
              </a:ln>
              <a:solidFill>
                <a:schemeClr val="bg1"/>
              </a:solidFill>
              <a:effectLst>
                <a:glow rad="127000">
                  <a:schemeClr val="tx1"/>
                </a:glow>
              </a:effectLst>
              <a:latin typeface="BabyMonsta" panose="02000500000000000000" pitchFamily="50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841" y="5364088"/>
            <a:ext cx="2603303" cy="1617898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61266" y="8847333"/>
            <a:ext cx="66562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</a:rPr>
              <a:t>Somos Kits Imprimibles MRC Chile ficontrol6@gmail.com prohibida su reventa</a:t>
            </a:r>
            <a:endParaRPr lang="es-MX" sz="1400" dirty="0">
              <a:solidFill>
                <a:schemeClr val="tx1">
                  <a:lumMod val="65000"/>
                  <a:lumOff val="3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97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agrama de flujo: conector fuera de página 1">
            <a:extLst>
              <a:ext uri="{FF2B5EF4-FFF2-40B4-BE49-F238E27FC236}">
                <a16:creationId xmlns:a16="http://schemas.microsoft.com/office/drawing/2014/main" id="{6F71C382-CE5D-4E5C-B8A4-89E06C6F5CE2}"/>
              </a:ext>
            </a:extLst>
          </p:cNvPr>
          <p:cNvSpPr/>
          <p:nvPr/>
        </p:nvSpPr>
        <p:spPr>
          <a:xfrm>
            <a:off x="692696" y="971763"/>
            <a:ext cx="5400000" cy="720047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4924 w 10000"/>
              <a:gd name="connsiteY3" fmla="*/ 6625 h 8000"/>
              <a:gd name="connsiteX4" fmla="*/ 0 w 10000"/>
              <a:gd name="connsiteY4" fmla="*/ 8000 h 8000"/>
              <a:gd name="connsiteX5" fmla="*/ 0 w 10000"/>
              <a:gd name="connsiteY5" fmla="*/ 0 h 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8000">
                <a:moveTo>
                  <a:pt x="0" y="0"/>
                </a:moveTo>
                <a:lnTo>
                  <a:pt x="10000" y="0"/>
                </a:lnTo>
                <a:lnTo>
                  <a:pt x="10000" y="8000"/>
                </a:lnTo>
                <a:lnTo>
                  <a:pt x="4924" y="6625"/>
                </a:lnTo>
                <a:lnTo>
                  <a:pt x="0" y="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39000" t="-1000" r="-33000"/>
            </a:stretch>
          </a:blip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63"/>
          </a:p>
        </p:txBody>
      </p:sp>
      <p:sp>
        <p:nvSpPr>
          <p:cNvPr id="3" name="Trapecio 2"/>
          <p:cNvSpPr/>
          <p:nvPr/>
        </p:nvSpPr>
        <p:spPr>
          <a:xfrm>
            <a:off x="692696" y="356028"/>
            <a:ext cx="5400000" cy="615735"/>
          </a:xfrm>
          <a:prstGeom prst="trapezoid">
            <a:avLst>
              <a:gd name="adj" fmla="val 110518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Elipse 3"/>
          <p:cNvSpPr/>
          <p:nvPr/>
        </p:nvSpPr>
        <p:spPr>
          <a:xfrm>
            <a:off x="1232696" y="1380156"/>
            <a:ext cx="4320000" cy="4320000"/>
          </a:xfrm>
          <a:prstGeom prst="ellipse">
            <a:avLst/>
          </a:prstGeom>
          <a:blipFill dpi="0" rotWithShape="1">
            <a:blip r:embed="rId3"/>
            <a:srcRect/>
            <a:stretch>
              <a:fillRect l="-115000" t="-79000" r="-142000"/>
            </a:stretch>
          </a:blipFill>
          <a:ln w="825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Bonifiesta.com"/>
          <p:cNvSpPr txBox="1"/>
          <p:nvPr/>
        </p:nvSpPr>
        <p:spPr>
          <a:xfrm>
            <a:off x="2157254" y="630617"/>
            <a:ext cx="2703639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35000" dirty="0">
                <a:ln w="28575">
                  <a:noFill/>
                </a:ln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latin typeface="BabyMonsta" panose="02000500000000000000" pitchFamily="50" charset="0"/>
              </a:rPr>
              <a:t>I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841" y="5364088"/>
            <a:ext cx="2603303" cy="1617898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61266" y="8847333"/>
            <a:ext cx="66562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</a:rPr>
              <a:t>Somos Kits Imprimibles MRC Chile ficontrol6@gmail.com prohibida su reventa</a:t>
            </a:r>
            <a:endParaRPr lang="es-MX" sz="1400" dirty="0">
              <a:solidFill>
                <a:schemeClr val="tx1">
                  <a:lumMod val="65000"/>
                  <a:lumOff val="3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39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agrama de flujo: conector fuera de página 1">
            <a:extLst>
              <a:ext uri="{FF2B5EF4-FFF2-40B4-BE49-F238E27FC236}">
                <a16:creationId xmlns:a16="http://schemas.microsoft.com/office/drawing/2014/main" id="{6F71C382-CE5D-4E5C-B8A4-89E06C6F5CE2}"/>
              </a:ext>
            </a:extLst>
          </p:cNvPr>
          <p:cNvSpPr/>
          <p:nvPr/>
        </p:nvSpPr>
        <p:spPr>
          <a:xfrm>
            <a:off x="692696" y="971763"/>
            <a:ext cx="5400000" cy="720047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4924 w 10000"/>
              <a:gd name="connsiteY3" fmla="*/ 6625 h 8000"/>
              <a:gd name="connsiteX4" fmla="*/ 0 w 10000"/>
              <a:gd name="connsiteY4" fmla="*/ 8000 h 8000"/>
              <a:gd name="connsiteX5" fmla="*/ 0 w 10000"/>
              <a:gd name="connsiteY5" fmla="*/ 0 h 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8000">
                <a:moveTo>
                  <a:pt x="0" y="0"/>
                </a:moveTo>
                <a:lnTo>
                  <a:pt x="10000" y="0"/>
                </a:lnTo>
                <a:lnTo>
                  <a:pt x="10000" y="8000"/>
                </a:lnTo>
                <a:lnTo>
                  <a:pt x="4924" y="6625"/>
                </a:lnTo>
                <a:lnTo>
                  <a:pt x="0" y="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39000" t="-1000" r="-33000"/>
            </a:stretch>
          </a:blip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63"/>
          </a:p>
        </p:txBody>
      </p:sp>
      <p:sp>
        <p:nvSpPr>
          <p:cNvPr id="3" name="Trapecio 2"/>
          <p:cNvSpPr/>
          <p:nvPr/>
        </p:nvSpPr>
        <p:spPr>
          <a:xfrm>
            <a:off x="692696" y="356028"/>
            <a:ext cx="5400000" cy="615735"/>
          </a:xfrm>
          <a:prstGeom prst="trapezoid">
            <a:avLst>
              <a:gd name="adj" fmla="val 110518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Elipse 3"/>
          <p:cNvSpPr/>
          <p:nvPr/>
        </p:nvSpPr>
        <p:spPr>
          <a:xfrm>
            <a:off x="1232696" y="1380156"/>
            <a:ext cx="4320000" cy="4320000"/>
          </a:xfrm>
          <a:prstGeom prst="ellipse">
            <a:avLst/>
          </a:prstGeom>
          <a:blipFill dpi="0" rotWithShape="1">
            <a:blip r:embed="rId3"/>
            <a:srcRect/>
            <a:stretch>
              <a:fillRect l="-115000" t="-79000" r="-142000"/>
            </a:stretch>
          </a:blipFill>
          <a:ln w="825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Bonifiesta.com"/>
          <p:cNvSpPr txBox="1"/>
          <p:nvPr/>
        </p:nvSpPr>
        <p:spPr>
          <a:xfrm>
            <a:off x="2157254" y="630617"/>
            <a:ext cx="2703639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35000" dirty="0" smtClean="0">
                <a:ln w="28575">
                  <a:noFill/>
                </a:ln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latin typeface="BabyMonsta" panose="02000500000000000000" pitchFamily="50" charset="0"/>
              </a:rPr>
              <a:t>Z</a:t>
            </a:r>
            <a:endParaRPr lang="es-PE" sz="35000" dirty="0">
              <a:ln w="28575">
                <a:noFill/>
              </a:ln>
              <a:solidFill>
                <a:schemeClr val="bg1"/>
              </a:solidFill>
              <a:effectLst>
                <a:glow rad="127000">
                  <a:schemeClr val="tx1"/>
                </a:glow>
              </a:effectLst>
              <a:latin typeface="BabyMonsta" panose="02000500000000000000" pitchFamily="50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841" y="5364088"/>
            <a:ext cx="2603303" cy="1617898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61266" y="8847333"/>
            <a:ext cx="66562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</a:rPr>
              <a:t>Somos Kits Imprimibles MRC Chile ficontrol6@gmail.com prohibida su reventa</a:t>
            </a:r>
            <a:endParaRPr lang="es-MX" sz="1400" dirty="0">
              <a:solidFill>
                <a:schemeClr val="tx1">
                  <a:lumMod val="65000"/>
                  <a:lumOff val="3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19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agrama de flujo: conector fuera de página 1">
            <a:extLst>
              <a:ext uri="{FF2B5EF4-FFF2-40B4-BE49-F238E27FC236}">
                <a16:creationId xmlns:a16="http://schemas.microsoft.com/office/drawing/2014/main" id="{6F71C382-CE5D-4E5C-B8A4-89E06C6F5CE2}"/>
              </a:ext>
            </a:extLst>
          </p:cNvPr>
          <p:cNvSpPr/>
          <p:nvPr/>
        </p:nvSpPr>
        <p:spPr>
          <a:xfrm>
            <a:off x="692696" y="971763"/>
            <a:ext cx="5400000" cy="720047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4924 w 10000"/>
              <a:gd name="connsiteY3" fmla="*/ 6625 h 8000"/>
              <a:gd name="connsiteX4" fmla="*/ 0 w 10000"/>
              <a:gd name="connsiteY4" fmla="*/ 8000 h 8000"/>
              <a:gd name="connsiteX5" fmla="*/ 0 w 10000"/>
              <a:gd name="connsiteY5" fmla="*/ 0 h 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8000">
                <a:moveTo>
                  <a:pt x="0" y="0"/>
                </a:moveTo>
                <a:lnTo>
                  <a:pt x="10000" y="0"/>
                </a:lnTo>
                <a:lnTo>
                  <a:pt x="10000" y="8000"/>
                </a:lnTo>
                <a:lnTo>
                  <a:pt x="4924" y="6625"/>
                </a:lnTo>
                <a:lnTo>
                  <a:pt x="0" y="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39000" t="-1000" r="-33000"/>
            </a:stretch>
          </a:blip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63"/>
          </a:p>
        </p:txBody>
      </p:sp>
      <p:sp>
        <p:nvSpPr>
          <p:cNvPr id="3" name="Trapecio 2"/>
          <p:cNvSpPr/>
          <p:nvPr/>
        </p:nvSpPr>
        <p:spPr>
          <a:xfrm>
            <a:off x="692696" y="356028"/>
            <a:ext cx="5400000" cy="615735"/>
          </a:xfrm>
          <a:prstGeom prst="trapezoid">
            <a:avLst>
              <a:gd name="adj" fmla="val 110518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Elipse 3"/>
          <p:cNvSpPr/>
          <p:nvPr/>
        </p:nvSpPr>
        <p:spPr>
          <a:xfrm>
            <a:off x="1232696" y="1380156"/>
            <a:ext cx="4320000" cy="4320000"/>
          </a:xfrm>
          <a:prstGeom prst="ellipse">
            <a:avLst/>
          </a:prstGeom>
          <a:blipFill dpi="0" rotWithShape="1">
            <a:blip r:embed="rId3"/>
            <a:srcRect/>
            <a:stretch>
              <a:fillRect l="-115000" t="-79000" r="-142000"/>
            </a:stretch>
          </a:blipFill>
          <a:ln w="825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Bonifiesta.com"/>
          <p:cNvSpPr txBox="1"/>
          <p:nvPr/>
        </p:nvSpPr>
        <p:spPr>
          <a:xfrm>
            <a:off x="1844824" y="630617"/>
            <a:ext cx="2703639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35000" dirty="0" smtClean="0">
                <a:ln w="28575">
                  <a:noFill/>
                </a:ln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latin typeface="BabyMonsta" panose="02000500000000000000" pitchFamily="50" charset="0"/>
              </a:rPr>
              <a:t>C</a:t>
            </a:r>
            <a:endParaRPr lang="es-PE" sz="35000" dirty="0">
              <a:ln w="28575">
                <a:noFill/>
              </a:ln>
              <a:solidFill>
                <a:schemeClr val="bg1"/>
              </a:solidFill>
              <a:effectLst>
                <a:glow rad="127000">
                  <a:schemeClr val="tx1"/>
                </a:glow>
              </a:effectLst>
              <a:latin typeface="BabyMonsta" panose="02000500000000000000" pitchFamily="50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841" y="5364088"/>
            <a:ext cx="2603303" cy="1617898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61266" y="8847333"/>
            <a:ext cx="66562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</a:rPr>
              <a:t>Somos Kits Imprimibles MRC Chile ficontrol6@gmail.com prohibida su reventa</a:t>
            </a:r>
            <a:endParaRPr lang="es-MX" sz="1400" dirty="0">
              <a:solidFill>
                <a:schemeClr val="tx1">
                  <a:lumMod val="65000"/>
                  <a:lumOff val="3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152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agrama de flujo: conector fuera de página 1">
            <a:extLst>
              <a:ext uri="{FF2B5EF4-FFF2-40B4-BE49-F238E27FC236}">
                <a16:creationId xmlns:a16="http://schemas.microsoft.com/office/drawing/2014/main" id="{6F71C382-CE5D-4E5C-B8A4-89E06C6F5CE2}"/>
              </a:ext>
            </a:extLst>
          </p:cNvPr>
          <p:cNvSpPr/>
          <p:nvPr/>
        </p:nvSpPr>
        <p:spPr>
          <a:xfrm>
            <a:off x="692696" y="971763"/>
            <a:ext cx="5400000" cy="720047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4924 w 10000"/>
              <a:gd name="connsiteY3" fmla="*/ 6625 h 8000"/>
              <a:gd name="connsiteX4" fmla="*/ 0 w 10000"/>
              <a:gd name="connsiteY4" fmla="*/ 8000 h 8000"/>
              <a:gd name="connsiteX5" fmla="*/ 0 w 10000"/>
              <a:gd name="connsiteY5" fmla="*/ 0 h 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8000">
                <a:moveTo>
                  <a:pt x="0" y="0"/>
                </a:moveTo>
                <a:lnTo>
                  <a:pt x="10000" y="0"/>
                </a:lnTo>
                <a:lnTo>
                  <a:pt x="10000" y="8000"/>
                </a:lnTo>
                <a:lnTo>
                  <a:pt x="4924" y="6625"/>
                </a:lnTo>
                <a:lnTo>
                  <a:pt x="0" y="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39000" t="-1000" r="-33000"/>
            </a:stretch>
          </a:blip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63"/>
          </a:p>
        </p:txBody>
      </p:sp>
      <p:sp>
        <p:nvSpPr>
          <p:cNvPr id="3" name="Trapecio 2"/>
          <p:cNvSpPr/>
          <p:nvPr/>
        </p:nvSpPr>
        <p:spPr>
          <a:xfrm>
            <a:off x="692696" y="356028"/>
            <a:ext cx="5400000" cy="615735"/>
          </a:xfrm>
          <a:prstGeom prst="trapezoid">
            <a:avLst>
              <a:gd name="adj" fmla="val 110518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Elipse 3"/>
          <p:cNvSpPr/>
          <p:nvPr/>
        </p:nvSpPr>
        <p:spPr>
          <a:xfrm>
            <a:off x="1232696" y="1380156"/>
            <a:ext cx="4320000" cy="4320000"/>
          </a:xfrm>
          <a:prstGeom prst="ellipse">
            <a:avLst/>
          </a:prstGeom>
          <a:blipFill dpi="0" rotWithShape="1">
            <a:blip r:embed="rId3"/>
            <a:srcRect/>
            <a:stretch>
              <a:fillRect l="-115000" t="-79000" r="-142000"/>
            </a:stretch>
          </a:blipFill>
          <a:ln w="825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Bonifiesta.com"/>
          <p:cNvSpPr txBox="1"/>
          <p:nvPr/>
        </p:nvSpPr>
        <p:spPr>
          <a:xfrm>
            <a:off x="2157254" y="630617"/>
            <a:ext cx="2703639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35000" dirty="0" smtClean="0">
                <a:ln w="28575">
                  <a:noFill/>
                </a:ln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latin typeface="BabyMonsta" panose="02000500000000000000" pitchFamily="50" charset="0"/>
              </a:rPr>
              <a:t>U</a:t>
            </a:r>
            <a:endParaRPr lang="es-PE" sz="35000" dirty="0">
              <a:ln w="28575">
                <a:noFill/>
              </a:ln>
              <a:solidFill>
                <a:schemeClr val="bg1"/>
              </a:solidFill>
              <a:effectLst>
                <a:glow rad="127000">
                  <a:schemeClr val="tx1"/>
                </a:glow>
              </a:effectLst>
              <a:latin typeface="BabyMonsta" panose="02000500000000000000" pitchFamily="50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841" y="5364088"/>
            <a:ext cx="2603303" cy="1617898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61266" y="8847333"/>
            <a:ext cx="66562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</a:rPr>
              <a:t>Somos Kits Imprimibles MRC Chile ficontrol6@gmail.com prohibida su reventa</a:t>
            </a:r>
            <a:endParaRPr lang="es-MX" sz="1400" dirty="0">
              <a:solidFill>
                <a:schemeClr val="tx1">
                  <a:lumMod val="65000"/>
                  <a:lumOff val="3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905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agrama de flujo: conector fuera de página 1">
            <a:extLst>
              <a:ext uri="{FF2B5EF4-FFF2-40B4-BE49-F238E27FC236}">
                <a16:creationId xmlns:a16="http://schemas.microsoft.com/office/drawing/2014/main" id="{6F71C382-CE5D-4E5C-B8A4-89E06C6F5CE2}"/>
              </a:ext>
            </a:extLst>
          </p:cNvPr>
          <p:cNvSpPr/>
          <p:nvPr/>
        </p:nvSpPr>
        <p:spPr>
          <a:xfrm>
            <a:off x="692696" y="971763"/>
            <a:ext cx="5400000" cy="720047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4924 w 10000"/>
              <a:gd name="connsiteY3" fmla="*/ 6625 h 8000"/>
              <a:gd name="connsiteX4" fmla="*/ 0 w 10000"/>
              <a:gd name="connsiteY4" fmla="*/ 8000 h 8000"/>
              <a:gd name="connsiteX5" fmla="*/ 0 w 10000"/>
              <a:gd name="connsiteY5" fmla="*/ 0 h 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8000">
                <a:moveTo>
                  <a:pt x="0" y="0"/>
                </a:moveTo>
                <a:lnTo>
                  <a:pt x="10000" y="0"/>
                </a:lnTo>
                <a:lnTo>
                  <a:pt x="10000" y="8000"/>
                </a:lnTo>
                <a:lnTo>
                  <a:pt x="4924" y="6625"/>
                </a:lnTo>
                <a:lnTo>
                  <a:pt x="0" y="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39000" t="-1000" r="-33000"/>
            </a:stretch>
          </a:blip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63"/>
          </a:p>
        </p:txBody>
      </p:sp>
      <p:sp>
        <p:nvSpPr>
          <p:cNvPr id="3" name="Trapecio 2"/>
          <p:cNvSpPr/>
          <p:nvPr/>
        </p:nvSpPr>
        <p:spPr>
          <a:xfrm>
            <a:off x="692696" y="356028"/>
            <a:ext cx="5400000" cy="615735"/>
          </a:xfrm>
          <a:prstGeom prst="trapezoid">
            <a:avLst>
              <a:gd name="adj" fmla="val 110518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Elipse 3"/>
          <p:cNvSpPr/>
          <p:nvPr/>
        </p:nvSpPr>
        <p:spPr>
          <a:xfrm>
            <a:off x="1232696" y="1380156"/>
            <a:ext cx="4320000" cy="4320000"/>
          </a:xfrm>
          <a:prstGeom prst="ellipse">
            <a:avLst/>
          </a:prstGeom>
          <a:blipFill dpi="0" rotWithShape="1">
            <a:blip r:embed="rId3"/>
            <a:srcRect/>
            <a:stretch>
              <a:fillRect l="-115000" t="-79000" r="-142000"/>
            </a:stretch>
          </a:blipFill>
          <a:ln w="825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Bonifiesta.com"/>
          <p:cNvSpPr txBox="1"/>
          <p:nvPr/>
        </p:nvSpPr>
        <p:spPr>
          <a:xfrm>
            <a:off x="2157254" y="630617"/>
            <a:ext cx="2703639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35000" dirty="0">
                <a:ln w="28575">
                  <a:noFill/>
                </a:ln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latin typeface="BabyMonsta" panose="02000500000000000000" pitchFamily="50" charset="0"/>
              </a:rPr>
              <a:t>M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841" y="5364088"/>
            <a:ext cx="2603303" cy="1617898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61266" y="8847333"/>
            <a:ext cx="66562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</a:rPr>
              <a:t>Somos Kits Imprimibles MRC Chile ficontrol6@gmail.com prohibida su reventa</a:t>
            </a:r>
            <a:endParaRPr lang="es-MX" sz="1400" dirty="0">
              <a:solidFill>
                <a:schemeClr val="tx1">
                  <a:lumMod val="65000"/>
                  <a:lumOff val="3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853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agrama de flujo: conector fuera de página 1">
            <a:extLst>
              <a:ext uri="{FF2B5EF4-FFF2-40B4-BE49-F238E27FC236}">
                <a16:creationId xmlns:a16="http://schemas.microsoft.com/office/drawing/2014/main" id="{6F71C382-CE5D-4E5C-B8A4-89E06C6F5CE2}"/>
              </a:ext>
            </a:extLst>
          </p:cNvPr>
          <p:cNvSpPr/>
          <p:nvPr/>
        </p:nvSpPr>
        <p:spPr>
          <a:xfrm>
            <a:off x="692696" y="971763"/>
            <a:ext cx="5400000" cy="720047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4924 w 10000"/>
              <a:gd name="connsiteY3" fmla="*/ 6625 h 8000"/>
              <a:gd name="connsiteX4" fmla="*/ 0 w 10000"/>
              <a:gd name="connsiteY4" fmla="*/ 8000 h 8000"/>
              <a:gd name="connsiteX5" fmla="*/ 0 w 10000"/>
              <a:gd name="connsiteY5" fmla="*/ 0 h 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8000">
                <a:moveTo>
                  <a:pt x="0" y="0"/>
                </a:moveTo>
                <a:lnTo>
                  <a:pt x="10000" y="0"/>
                </a:lnTo>
                <a:lnTo>
                  <a:pt x="10000" y="8000"/>
                </a:lnTo>
                <a:lnTo>
                  <a:pt x="4924" y="6625"/>
                </a:lnTo>
                <a:lnTo>
                  <a:pt x="0" y="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39000" t="-1000" r="-33000"/>
            </a:stretch>
          </a:blip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63"/>
          </a:p>
        </p:txBody>
      </p:sp>
      <p:sp>
        <p:nvSpPr>
          <p:cNvPr id="3" name="Trapecio 2"/>
          <p:cNvSpPr/>
          <p:nvPr/>
        </p:nvSpPr>
        <p:spPr>
          <a:xfrm>
            <a:off x="692696" y="356028"/>
            <a:ext cx="5400000" cy="615735"/>
          </a:xfrm>
          <a:prstGeom prst="trapezoid">
            <a:avLst>
              <a:gd name="adj" fmla="val 110518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Elipse 3"/>
          <p:cNvSpPr/>
          <p:nvPr/>
        </p:nvSpPr>
        <p:spPr>
          <a:xfrm>
            <a:off x="1232696" y="1380156"/>
            <a:ext cx="4320000" cy="4320000"/>
          </a:xfrm>
          <a:prstGeom prst="ellipse">
            <a:avLst/>
          </a:prstGeom>
          <a:blipFill dpi="0" rotWithShape="1">
            <a:blip r:embed="rId3"/>
            <a:srcRect/>
            <a:stretch>
              <a:fillRect l="-115000" t="-79000" r="-142000"/>
            </a:stretch>
          </a:blipFill>
          <a:ln w="825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Bonifiesta.com"/>
          <p:cNvSpPr txBox="1"/>
          <p:nvPr/>
        </p:nvSpPr>
        <p:spPr>
          <a:xfrm>
            <a:off x="2157254" y="630617"/>
            <a:ext cx="2703639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35000" dirty="0">
                <a:ln w="28575">
                  <a:noFill/>
                </a:ln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latin typeface="BabyMonsta" panose="02000500000000000000" pitchFamily="50" charset="0"/>
              </a:rPr>
              <a:t>P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841" y="5364088"/>
            <a:ext cx="2603303" cy="1617898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61266" y="8847333"/>
            <a:ext cx="66562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</a:rPr>
              <a:t>Somos Kits Imprimibles MRC Chile ficontrol6@gmail.com prohibida su reventa</a:t>
            </a:r>
            <a:endParaRPr lang="es-MX" sz="1400" dirty="0">
              <a:solidFill>
                <a:schemeClr val="tx1">
                  <a:lumMod val="65000"/>
                  <a:lumOff val="3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883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agrama de flujo: conector fuera de página 1">
            <a:extLst>
              <a:ext uri="{FF2B5EF4-FFF2-40B4-BE49-F238E27FC236}">
                <a16:creationId xmlns:a16="http://schemas.microsoft.com/office/drawing/2014/main" id="{6F71C382-CE5D-4E5C-B8A4-89E06C6F5CE2}"/>
              </a:ext>
            </a:extLst>
          </p:cNvPr>
          <p:cNvSpPr/>
          <p:nvPr/>
        </p:nvSpPr>
        <p:spPr>
          <a:xfrm>
            <a:off x="692696" y="971763"/>
            <a:ext cx="5400000" cy="720047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4924 w 10000"/>
              <a:gd name="connsiteY3" fmla="*/ 6625 h 8000"/>
              <a:gd name="connsiteX4" fmla="*/ 0 w 10000"/>
              <a:gd name="connsiteY4" fmla="*/ 8000 h 8000"/>
              <a:gd name="connsiteX5" fmla="*/ 0 w 10000"/>
              <a:gd name="connsiteY5" fmla="*/ 0 h 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8000">
                <a:moveTo>
                  <a:pt x="0" y="0"/>
                </a:moveTo>
                <a:lnTo>
                  <a:pt x="10000" y="0"/>
                </a:lnTo>
                <a:lnTo>
                  <a:pt x="10000" y="8000"/>
                </a:lnTo>
                <a:lnTo>
                  <a:pt x="4924" y="6625"/>
                </a:lnTo>
                <a:lnTo>
                  <a:pt x="0" y="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39000" t="-1000" r="-33000"/>
            </a:stretch>
          </a:blip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63"/>
          </a:p>
        </p:txBody>
      </p:sp>
      <p:sp>
        <p:nvSpPr>
          <p:cNvPr id="3" name="Trapecio 2"/>
          <p:cNvSpPr/>
          <p:nvPr/>
        </p:nvSpPr>
        <p:spPr>
          <a:xfrm>
            <a:off x="692696" y="356028"/>
            <a:ext cx="5400000" cy="615735"/>
          </a:xfrm>
          <a:prstGeom prst="trapezoid">
            <a:avLst>
              <a:gd name="adj" fmla="val 110518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Elipse 3"/>
          <p:cNvSpPr/>
          <p:nvPr/>
        </p:nvSpPr>
        <p:spPr>
          <a:xfrm>
            <a:off x="1232696" y="1380156"/>
            <a:ext cx="4320000" cy="4320000"/>
          </a:xfrm>
          <a:prstGeom prst="ellipse">
            <a:avLst/>
          </a:prstGeom>
          <a:blipFill dpi="0" rotWithShape="1">
            <a:blip r:embed="rId3"/>
            <a:srcRect/>
            <a:stretch>
              <a:fillRect l="-115000" t="-79000" r="-142000"/>
            </a:stretch>
          </a:blipFill>
          <a:ln w="825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Bonifiesta.com"/>
          <p:cNvSpPr txBox="1"/>
          <p:nvPr/>
        </p:nvSpPr>
        <p:spPr>
          <a:xfrm>
            <a:off x="2157254" y="630617"/>
            <a:ext cx="2703639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35000" dirty="0" smtClean="0">
                <a:ln w="28575">
                  <a:noFill/>
                </a:ln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latin typeface="BabyMonsta" panose="02000500000000000000" pitchFamily="50" charset="0"/>
              </a:rPr>
              <a:t>L</a:t>
            </a:r>
            <a:endParaRPr lang="es-PE" sz="35000" dirty="0">
              <a:ln w="28575">
                <a:noFill/>
              </a:ln>
              <a:solidFill>
                <a:schemeClr val="bg1"/>
              </a:solidFill>
              <a:effectLst>
                <a:glow rad="127000">
                  <a:schemeClr val="tx1"/>
                </a:glow>
              </a:effectLst>
              <a:latin typeface="BabyMonsta" panose="02000500000000000000" pitchFamily="50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841" y="5364088"/>
            <a:ext cx="2603303" cy="1617898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61266" y="8847333"/>
            <a:ext cx="66562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</a:rPr>
              <a:t>Somos Kits Imprimibles MRC Chile ficontrol6@gmail.com prohibida su reventa</a:t>
            </a:r>
            <a:endParaRPr lang="es-MX" sz="1400" dirty="0">
              <a:solidFill>
                <a:schemeClr val="tx1">
                  <a:lumMod val="65000"/>
                  <a:lumOff val="3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91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agrama de flujo: conector fuera de página 1">
            <a:extLst>
              <a:ext uri="{FF2B5EF4-FFF2-40B4-BE49-F238E27FC236}">
                <a16:creationId xmlns:a16="http://schemas.microsoft.com/office/drawing/2014/main" id="{6F71C382-CE5D-4E5C-B8A4-89E06C6F5CE2}"/>
              </a:ext>
            </a:extLst>
          </p:cNvPr>
          <p:cNvSpPr/>
          <p:nvPr/>
        </p:nvSpPr>
        <p:spPr>
          <a:xfrm>
            <a:off x="692696" y="971763"/>
            <a:ext cx="5400000" cy="720047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4924 w 10000"/>
              <a:gd name="connsiteY3" fmla="*/ 6625 h 8000"/>
              <a:gd name="connsiteX4" fmla="*/ 0 w 10000"/>
              <a:gd name="connsiteY4" fmla="*/ 8000 h 8000"/>
              <a:gd name="connsiteX5" fmla="*/ 0 w 10000"/>
              <a:gd name="connsiteY5" fmla="*/ 0 h 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8000">
                <a:moveTo>
                  <a:pt x="0" y="0"/>
                </a:moveTo>
                <a:lnTo>
                  <a:pt x="10000" y="0"/>
                </a:lnTo>
                <a:lnTo>
                  <a:pt x="10000" y="8000"/>
                </a:lnTo>
                <a:lnTo>
                  <a:pt x="4924" y="6625"/>
                </a:lnTo>
                <a:lnTo>
                  <a:pt x="0" y="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39000" t="-1000" r="-33000"/>
            </a:stretch>
          </a:blip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63"/>
          </a:p>
        </p:txBody>
      </p:sp>
      <p:sp>
        <p:nvSpPr>
          <p:cNvPr id="3" name="Trapecio 2"/>
          <p:cNvSpPr/>
          <p:nvPr/>
        </p:nvSpPr>
        <p:spPr>
          <a:xfrm>
            <a:off x="692696" y="356028"/>
            <a:ext cx="5400000" cy="615735"/>
          </a:xfrm>
          <a:prstGeom prst="trapezoid">
            <a:avLst>
              <a:gd name="adj" fmla="val 110518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Elipse 3"/>
          <p:cNvSpPr/>
          <p:nvPr/>
        </p:nvSpPr>
        <p:spPr>
          <a:xfrm>
            <a:off x="1232696" y="1380156"/>
            <a:ext cx="4320000" cy="4320000"/>
          </a:xfrm>
          <a:prstGeom prst="ellipse">
            <a:avLst/>
          </a:prstGeom>
          <a:blipFill dpi="0" rotWithShape="1">
            <a:blip r:embed="rId3"/>
            <a:srcRect/>
            <a:stretch>
              <a:fillRect l="-115000" t="-79000" r="-142000"/>
            </a:stretch>
          </a:blipFill>
          <a:ln w="825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Bonifiesta.com"/>
          <p:cNvSpPr txBox="1"/>
          <p:nvPr/>
        </p:nvSpPr>
        <p:spPr>
          <a:xfrm>
            <a:off x="2157254" y="630617"/>
            <a:ext cx="2703639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35000" dirty="0" smtClean="0">
                <a:ln w="28575">
                  <a:noFill/>
                </a:ln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latin typeface="BabyMonsta" panose="02000500000000000000" pitchFamily="50" charset="0"/>
              </a:rPr>
              <a:t>E</a:t>
            </a:r>
            <a:endParaRPr lang="es-PE" sz="35000" dirty="0">
              <a:ln w="28575">
                <a:noFill/>
              </a:ln>
              <a:solidFill>
                <a:schemeClr val="bg1"/>
              </a:solidFill>
              <a:effectLst>
                <a:glow rad="127000">
                  <a:schemeClr val="tx1"/>
                </a:glow>
              </a:effectLst>
              <a:latin typeface="BabyMonsta" panose="02000500000000000000" pitchFamily="50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841" y="5364088"/>
            <a:ext cx="2603303" cy="1617898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61266" y="8847333"/>
            <a:ext cx="66562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</a:rPr>
              <a:t>Somos Kits Imprimibles MRC Chile ficontrol6@gmail.com prohibida su reventa</a:t>
            </a:r>
            <a:endParaRPr lang="es-MX" sz="1400" dirty="0">
              <a:solidFill>
                <a:schemeClr val="tx1">
                  <a:lumMod val="65000"/>
                  <a:lumOff val="3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925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agrama de flujo: conector fuera de página 1">
            <a:extLst>
              <a:ext uri="{FF2B5EF4-FFF2-40B4-BE49-F238E27FC236}">
                <a16:creationId xmlns:a16="http://schemas.microsoft.com/office/drawing/2014/main" id="{6F71C382-CE5D-4E5C-B8A4-89E06C6F5CE2}"/>
              </a:ext>
            </a:extLst>
          </p:cNvPr>
          <p:cNvSpPr/>
          <p:nvPr/>
        </p:nvSpPr>
        <p:spPr>
          <a:xfrm>
            <a:off x="692696" y="971763"/>
            <a:ext cx="5400000" cy="7200472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4924 w 10000"/>
              <a:gd name="connsiteY3" fmla="*/ 6625 h 8000"/>
              <a:gd name="connsiteX4" fmla="*/ 0 w 10000"/>
              <a:gd name="connsiteY4" fmla="*/ 8000 h 8000"/>
              <a:gd name="connsiteX5" fmla="*/ 0 w 10000"/>
              <a:gd name="connsiteY5" fmla="*/ 0 h 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8000">
                <a:moveTo>
                  <a:pt x="0" y="0"/>
                </a:moveTo>
                <a:lnTo>
                  <a:pt x="10000" y="0"/>
                </a:lnTo>
                <a:lnTo>
                  <a:pt x="10000" y="8000"/>
                </a:lnTo>
                <a:lnTo>
                  <a:pt x="4924" y="6625"/>
                </a:lnTo>
                <a:lnTo>
                  <a:pt x="0" y="8000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39000" t="-1000" r="-33000"/>
            </a:stretch>
          </a:blip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63"/>
          </a:p>
        </p:txBody>
      </p:sp>
      <p:sp>
        <p:nvSpPr>
          <p:cNvPr id="3" name="Trapecio 2"/>
          <p:cNvSpPr/>
          <p:nvPr/>
        </p:nvSpPr>
        <p:spPr>
          <a:xfrm>
            <a:off x="692696" y="356028"/>
            <a:ext cx="5400000" cy="615735"/>
          </a:xfrm>
          <a:prstGeom prst="trapezoid">
            <a:avLst>
              <a:gd name="adj" fmla="val 110518"/>
            </a:avLst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Bonifiesta.com"/>
          <p:cNvSpPr txBox="1"/>
          <p:nvPr/>
        </p:nvSpPr>
        <p:spPr>
          <a:xfrm>
            <a:off x="2040876" y="1180044"/>
            <a:ext cx="27036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9600" dirty="0" smtClean="0">
                <a:ln w="28575">
                  <a:noFill/>
                </a:ln>
                <a:solidFill>
                  <a:schemeClr val="bg1"/>
                </a:solidFill>
                <a:effectLst>
                  <a:glow rad="127000">
                    <a:schemeClr val="tx1"/>
                  </a:glow>
                </a:effectLst>
                <a:latin typeface="BabyMonsta" panose="02000500000000000000" pitchFamily="50" charset="0"/>
              </a:rPr>
              <a:t>LEO</a:t>
            </a:r>
            <a:endParaRPr lang="es-PE" sz="9600" dirty="0">
              <a:ln w="28575">
                <a:noFill/>
              </a:ln>
              <a:solidFill>
                <a:schemeClr val="bg1"/>
              </a:solidFill>
              <a:effectLst>
                <a:glow rad="127000">
                  <a:schemeClr val="tx1"/>
                </a:glow>
              </a:effectLst>
              <a:latin typeface="BabyMonsta" panose="02000500000000000000" pitchFamily="50" charset="0"/>
            </a:endParaRPr>
          </a:p>
        </p:txBody>
      </p:sp>
      <p:grpSp>
        <p:nvGrpSpPr>
          <p:cNvPr id="14" name="Grupo 13"/>
          <p:cNvGrpSpPr/>
          <p:nvPr/>
        </p:nvGrpSpPr>
        <p:grpSpPr>
          <a:xfrm>
            <a:off x="932948" y="2978697"/>
            <a:ext cx="4919494" cy="3990855"/>
            <a:chOff x="5936521" y="1191758"/>
            <a:chExt cx="3116388" cy="2771882"/>
          </a:xfrm>
        </p:grpSpPr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4FCC7B3E-F89D-48B1-B598-8C02B2EA0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52577" y="1191758"/>
              <a:ext cx="2467876" cy="2237279"/>
            </a:xfrm>
            <a:prstGeom prst="rect">
              <a:avLst/>
            </a:prstGeom>
            <a:effectLst/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4FCC7B3E-F89D-48B1-B598-8C02B2EA0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9858" y="2279469"/>
              <a:ext cx="1513051" cy="1684171"/>
            </a:xfrm>
            <a:prstGeom prst="rect">
              <a:avLst/>
            </a:prstGeom>
            <a:effectLst/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4FCC7B3E-F89D-48B1-B598-8C02B2EA0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36521" y="2360863"/>
              <a:ext cx="1662594" cy="1565365"/>
            </a:xfrm>
            <a:prstGeom prst="rect">
              <a:avLst/>
            </a:prstGeom>
            <a:effectLst/>
          </p:spPr>
        </p:pic>
      </p:grpSp>
      <p:sp>
        <p:nvSpPr>
          <p:cNvPr id="9" name="Rectángulo 8"/>
          <p:cNvSpPr/>
          <p:nvPr/>
        </p:nvSpPr>
        <p:spPr>
          <a:xfrm>
            <a:off x="61266" y="8847333"/>
            <a:ext cx="665629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</a:rPr>
              <a:t>Somos Kits Imprimibles MRC Chile ficontrol6@gmail.com prohibida su reventa</a:t>
            </a:r>
            <a:endParaRPr lang="es-MX" sz="1400" dirty="0">
              <a:solidFill>
                <a:schemeClr val="tx1">
                  <a:lumMod val="65000"/>
                  <a:lumOff val="3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40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1479</TotalTime>
  <Words>130</Words>
  <Application>Microsoft Office PowerPoint</Application>
  <PresentationFormat>Presentación en pantalla (4:3)</PresentationFormat>
  <Paragraphs>26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Arial</vt:lpstr>
      <vt:lpstr>BabyMonsta</vt:lpstr>
      <vt:lpstr>Calibri</vt:lpstr>
      <vt:lpstr>Comic Sans MS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 luis</dc:creator>
  <cp:lastModifiedBy>FICONTROL</cp:lastModifiedBy>
  <cp:revision>78</cp:revision>
  <dcterms:created xsi:type="dcterms:W3CDTF">2014-03-27T23:04:58Z</dcterms:created>
  <dcterms:modified xsi:type="dcterms:W3CDTF">2022-02-26T19:22:31Z</dcterms:modified>
</cp:coreProperties>
</file>